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de Dengue em Recife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ao longo do tempo</a:t>
            </a:r>
          </a:p>
        </p:txBody>
      </p:sp>
      <p:pic>
        <p:nvPicPr>
          <p:cNvPr id="3" name="Picture 2" descr="casos_ao_longo_do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2985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Correlação</a:t>
            </a:r>
          </a:p>
        </p:txBody>
      </p:sp>
      <p:pic>
        <p:nvPicPr>
          <p:cNvPr id="3" name="Picture 2" descr="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Importância das Variáveis</a:t>
            </a:r>
          </a:p>
        </p:txBody>
      </p:sp>
      <p:pic>
        <p:nvPicPr>
          <p:cNvPr id="3" name="Picture 2" descr="importancia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Previsão XGBoost</a:t>
            </a:r>
          </a:p>
        </p:txBody>
      </p:sp>
      <p:pic>
        <p:nvPicPr>
          <p:cNvPr id="3" name="Picture 2" descr="previsao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15675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